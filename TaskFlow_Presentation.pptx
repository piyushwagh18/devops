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t>Building a Secure Cloud-Based Task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Times New Roman"/>
              </a:defRPr>
            </a:pPr>
            <a:r>
              <a:t>A CI/CD Pipeline Approach with Static Code and Security Vulnerability Analysis</a:t>
            </a:r>
            <a:br/>
            <a:br/>
            <a:r>
              <a:t>Piyush Wagh</a:t>
            </a:r>
            <a:br/>
            <a:r>
              <a:t>MSc in Cloud Computing | National College of Ireland</a:t>
            </a:r>
            <a:br/>
            <a:r>
              <a:t>Module: H9CDOS Cloud DevOpsSec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TaskFlow is a dynamic cloud-based task management web application.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The application provides full CRUD functionality with server-side input validation, CSRF protection, and security-hardened HTTP response headers.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A complete CI/CD pipeline was implemented using GitHub Actions with three automated stages: unit testing, security analysis, and deployment.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The project demonstrates DevSecOps principles where security is integrated into every phase of the software development lifecycle.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Deployed on AWS EC2 and publicly accessible at http://13.62.98.108:5000/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Application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Create, Read, Update, and Delete (CRUD) tasks with title, description, priority, status, and due date.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Server-side input validation: title required (max 100 chars), description (max 1000 chars), priority and status from predefined allowed lists, ISO 8601 date format.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Interactive dashboard with Chart.js visualizations showing task distribution by status and priority.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Filtering tasks by status (todo, in-progress, done) and priority (low, medium, high).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Responsive front-end interface built with Bootstrap 5.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[Figure: Screenshot of TaskFlow Dashboard]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Backend: Python 3.11, Flask 3.1.1, SQLAlchemy 2.0.36 (ORM), SQLite (database)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Frontend: Bootstrap 5.3.3, Chart.js 4.4.2, Bootstrap Icons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Security: Flask-WTF 1.2.2 (CSRF), Content Security Policy, HTTP security headers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CI/CD: GitHub Actions (workflow automation), GitHub-hosted Ubuntu runners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SAST: Bandit (static application security testing)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SCA: pip-audit (dependency vulnerability scanning)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Deployment: AWS EC2 (Amazon Linux), Gunicorn WSGI server (4 workers)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Version Control: Git, GitHub (private repository)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CI/CD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The pipeline is triggered automatically on every push to the main branch.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Stage 1 (CI): Automated unit testing with pytest (22 test cases).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Stage 2 (CI): Security analysis using Bandit (SAST) and pip-audit (SCA).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Stage 3 (CD): Automated deployment to AWS EC2 via SSH.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Deployment is blocked if either Stage 1 or Stage 2 fails, enforced via the 'needs' keyword in the workflow configuration.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This ensures only tested and security-scanned code reaches production (Saleh et al., 2025).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[Figure: CI/CD Pipeline Architecture Diagram]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GitHub Actions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Defined in a single file: .github/workflows/deploy.yml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Uses GitHub-hosted ubuntu-latest runners for all three stages.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Python 3.11 runtime with pip caching for faster subsequent runs.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Dependencies installed from requirements.txt in each stage.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Security scan reports (bandit-report.json, pip-audit-report.json) uploaded as pipeline artifacts with 30-day retention.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Encrypted secrets (EC2_HOST, EC2_SSH_KEY, FLASK_SECRET_KEY) used for secure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Stage 1: Automated Unit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22 test cases organized into 5 test classes covering: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TestCreate: form loading, valid creation, missing title, title too long, invalid priority/status/date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TestRead: dashboard loading, task display, detail pages, 404 responses, filtering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TestUpdate: edit form loading, valid edits, validation errors, nonexistent task handling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TestDelete: successful deletion, nonexistent task, deleted task inaccessible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TestSecurityHeaders: X-Content-Type-Options, X-Frame-Options, Referrer-Policy, CSP verification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TestInputSanitization: XSS payload escaping verification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If any test fails, the pipeline terminates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Stage 2: Security Analysis (SAST and SCA)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Bandit (SAST): Scans Python source code in app/ directory for security issues.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Detects hardcoded passwords, insecure functions, SQL injection, command injection, improper input handling.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Runs with medium and high severity thresholds (-ll flag).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pip-audit (SCA): Checks all installed Python packages against OSV and PyPA Advisory databases.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Identifies packages with known Common Vulnerabilities and Exposures (CVEs).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Both tools generate JSON reports uploaded as GitHub Actions artifacts for audit trail (Saleh et al., 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Stage 3: Deployment to AWS EC2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Deployment via SSH using appleboy/ssh-action v1.0.3 GitHub Action.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Self-contained and idempotent deployment script: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First run: installs system dependencies (Python 3, pip, git), clones repository.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Subsequent runs: fetches latest changes, hard resets to origin/main.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Writes .env file from GitHub Actions secrets (never committed to repository).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Creates/reuses Python virtual environment, installs/updates dependencies.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Restarts Gunicorn with 4 worker processes on port 5000.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Post-deployment health check verifies the application is running and responding.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Pipeline in Action: Code Change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1. Source code modified in Visual Studio Code (IDE).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2. Change committed with Git and pushed to the main branch.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3. GitHub Actions automatically triggers the CI/CD pipeline.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4. Stage 1: All 22 unit tests pass, confirming no regressions.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5. Stage 2: Bandit reports no medium/high severity issues; pip-audit confirms no known CVEs.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6. Stage 3: Updated code deployed to EC2, Gunicorn restarted, health check passes.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7. Modified feature visible in the deployed application at http://13.62.98.108:5000/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[Figure: GitHub Actions Pipeline Execution Screenshot]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Bandit Finding 1: Hardcoded Secrets (CWE-259)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Issue: Hardcoded string used as Flask SECRET_KEY (Bandit test ID B105).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Risk: Attackers with source code access could forge session cookies and CSRF tokens.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Fix: SECRET_KEY read from environment variable using os.environ.get('SECRET_KEY').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In production (FLASK_ENV=production): RuntimeError raised if SECRET_KEY is not set.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In development: Cryptographically random key generated using secrets.token_hex(32) per process.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[Figure: Bandit SAST Scan Results]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Bandit Findings 2 and 3: Cookie Security and HTTP Headers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Finding 2 - Sensitive Cookie Without Secure Flag (CWE-614):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SESSION_COOKIE_SECURE configured based on HTTPS_ENABLED environment variable.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SESSION_COOKIE_HTTPONLY set to True (prevents JavaScript access).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SESSION_COOKIE_SAMESITE set to Lax (additional CSRF protection).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Finding 3 - Missing HTTP Security Headers: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X-Content-Type-Options: nosniff (prevents MIME-type sniffing).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X-Frame-Options: SAMEORIGIN (prevents clickjacking).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Referrer-Policy: strict-origin-when-cross-origin.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Content-Security-Policy: no unsafe-inline, frame-ancestors none, form-action self.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Permissions-Policy: geolocation, microphone, camera, payment all denied.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Bandit Finding 4: Information Exposure (CWE-209)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Issue: Default Flask error handling exposes stack traces and internal application information.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Risk: Attackers can use exposed information to identify vulnerabilities and plan attacks.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Fix: Custom error handlers registered for HTTP 404 and 500 errors.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User-friendly error pages rendered without disclosing internal details.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    Test suite verifies error responses do not contain 'Traceback' or Werkzeug references.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After all fixes, Bandit scan shows: No issues identified (0 Medium, 0 High).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pip-audit: Dependency Vulnerability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All project dependencies scanned against OSV and PyPA Advisory databases.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Results: Flask 3.1.1, SQLAlchemy 2.0.36, Werkzeug 3.1.3, Gunicorn 22.0.0, Flask-WTF 1.2.2 confirmed free from known CVEs.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Exact version pinning in requirements.txt ensures reproducible builds (Ragireddy et al., 2023).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Continuous execution in CI/CD pipeline provides early warning for newly disclosed CVEs (Saleh et al., 2025).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[Figure: pip-audit SCA Scan Results]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Additional Security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CSRF Protection: Flask-WTF generates and validates unique CSRF tokens for all form submissions. Token time limit set to 1 hour.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Input Validation: Server-side validation on all user-submitted data (title, description, priority, status, due date).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XSS Prevention: Jinja2 template auto-escaping HTML-encodes all variables. Test case verifies script tags are escaped.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Secrets Management: .env file written by CI/CD pipeline, never committed to repository (Saleh et al., 2025).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Error Handling: Custom error pages prevent information leakage from stack traces.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96FF"/>
                </a:solidFill>
                <a:latin typeface="Times New Roman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4F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Successfully designed, developed, and deployed a secure cloud-based web application with a fully automated CI/CD pipeline.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Integrating security tools into the CI/CD pipeline transforms security analysis from periodic manual activity into continuous automated process (Riaz et al., 2025).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SAST and SCA tools are complementary: Bandit analyses source code patterns, pip-audit analyses third-party dependencies (Interrante Bonadia, 2025).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Proactive security measures (CSRF, CSP, input validation) provide defense-in-depth (Som, 2022).</a:t>
            </a:r>
          </a:p>
          <a:p>
            <a:pPr>
              <a:spcBef>
                <a:spcPts val="1000"/>
              </a:spcBef>
              <a:defRPr sz="2000" b="0">
                <a:solidFill>
                  <a:srgbClr val="D0D0D0"/>
                </a:solidFill>
                <a:latin typeface="Times New Roman"/>
              </a:defRPr>
            </a:pPr>
            <a:r>
              <a:t>Infrastructure-as-code principles in the deployment script enable reliable, repeatable deployments (Ragireddy et al., 2023).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1593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 kumar</cp:lastModifiedBy>
  <cp:revision>2</cp:revision>
  <dcterms:created xsi:type="dcterms:W3CDTF">2013-01-27T09:14:16Z</dcterms:created>
  <dcterms:modified xsi:type="dcterms:W3CDTF">2026-04-01T19:57:52Z</dcterms:modified>
  <cp:category/>
</cp:coreProperties>
</file>